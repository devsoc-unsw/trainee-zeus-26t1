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12191695" cy="5486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Zeus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multiplayer game of broken telephone — for code.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DevSoc UNSW · Trainee Project · 26T1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Gartic Phone, but for code.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54864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player writes a function.
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player only sees the code — they describe what it does in plain English.
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player only sees the description — they re-implement the function from scratch.
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end of the chain, the code has drifted. 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Hilarity, or insight, follows.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0" y="182880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DCE9F7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246888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judge (Gemini 2.5) scores how faithfully each reconstruction matches the original — by reading the code, not just running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 — Zeus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round plays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54864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1E6F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A writes a function from a prompt.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3081528" y="3310128"/>
            <a:ext cx="182880" cy="146304"/>
          </a:xfrm>
          <a:prstGeom prst="rightTriangl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1E6F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10312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B sees only the code. Writes a description.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916168" y="3310128"/>
            <a:ext cx="182880" cy="146304"/>
          </a:xfrm>
          <a:prstGeom prst="rightTriangl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1E6F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10312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REIMPLEMENT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C sees only the description. Re-writes the code.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rot="5400000">
            <a:off x="8750808" y="3310128"/>
            <a:ext cx="182880" cy="146304"/>
          </a:xfrm>
          <a:prstGeom prst="rightTriangl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19202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1E6F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103120"/>
            <a:ext cx="548640" cy="548640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0" y="32918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chain is shown side-by-side. AI scores it.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length is configurable — every player plays every role over the course of a session.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 — Zeus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screen is a Windows 7 Aero desktop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54864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Serious, not ironic.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phase plays inside a real-feeling OS: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 Aero glass windows with titlebars, menubars, min/max/close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 Superbar pinned to the bottom of every screen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 Code editor and notepad are draggable windows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 Click-to-front z-index swap between windows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 Design tokens extracted directly from Win7 SVG references
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3200400"/>
          </a:xfrm>
          <a:prstGeom prst="roundRect">
            <a:avLst>
              <a:gd name="adj" fmla="val 1714"/>
            </a:avLst>
          </a:prstGeom>
          <a:solidFill>
            <a:srgbClr val="EAF3FC"/>
          </a:solidFill>
          <a:ln w="12700">
            <a:solidFill>
              <a:srgbClr val="6FA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828800"/>
            <a:ext cx="3931920" cy="41148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865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notepad.exe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0" y="1865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1865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8560" y="1865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0" y="24688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a list, returns the same list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every other element flipped.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sure why, but it does that.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 — Zeus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54864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3611880" cy="50292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842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611880" cy="3520440"/>
          </a:xfrm>
          <a:prstGeom prst="rect">
            <a:avLst/>
          </a:prstGeom>
          <a:solidFill>
            <a:srgbClr val="F5F8FC"/>
          </a:solidFill>
          <a:ln w="12700">
            <a:solidFill>
              <a:srgbClr val="D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16 (App Router)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Plain JS · CSS Modules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Aero design tokens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Tailwind, no CSS-in-JS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502920"/>
          </a:xfrm>
          <a:prstGeom prst="rect">
            <a:avLst/>
          </a:prstGeom>
          <a:solidFill>
            <a:srgbClr val="2A8C4A"/>
          </a:solidFill>
          <a:ln w="12700">
            <a:solidFill>
              <a:srgbClr val="2A8C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9842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2423160"/>
            <a:ext cx="3611880" cy="3520440"/>
          </a:xfrm>
          <a:prstGeom prst="rect">
            <a:avLst/>
          </a:prstGeom>
          <a:solidFill>
            <a:srgbClr val="F5F8FC"/>
          </a:solidFill>
          <a:ln w="12700">
            <a:solidFill>
              <a:srgbClr val="D6E1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6060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FastAPI · Python 3.12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WebSockets (realtime)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 (Supabase) — users, ELO, replays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Redis — ephemeral round state
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611880" cy="502920"/>
          </a:xfrm>
          <a:prstGeom prst="rect">
            <a:avLst/>
          </a:prstGeom>
          <a:solidFill>
            <a:srgbClr val="C25B1A"/>
          </a:solidFill>
          <a:ln w="12700">
            <a:solidFill>
              <a:srgbClr val="C25B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842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services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2423160"/>
            <a:ext cx="3611880" cy="3520440"/>
          </a:xfrm>
          <a:prstGeom prst="rect">
            <a:avLst/>
          </a:prstGeom>
          <a:solidFill>
            <a:srgbClr val="F5F8FC"/>
          </a:solidFill>
          <a:ln w="12700">
            <a:solidFill>
              <a:srgbClr val="D6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6060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Judge0 — code execution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Gemini 2.5 Flash — AI judge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(free tier)
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 — Zeus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54864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A8C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Home wizard (nickname + create/join/quick-play)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Waiting-room lobby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Write / Describe / Reimplement phase UIs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Aero window primitives + Notepad + CodeEditor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Hand-rolled syntax highlighter (Python, JS, Java)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Draggable windows with click-to-front (latest)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Superbar, Start Orb, Clock, taskbar items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5B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 NEXT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 Reveal / scoring screen (chain + AI score)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 Waiting-phase view ("submitted, waiting on others")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 WebSocket state sync — real multiplayer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 Backend wiring (FastAPI + Redis + Judge0)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 Gemini-powered AI judging pipeline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 URL deep-linking for rooms (/r/ROOM-XXXX)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 Win7 chimes + window transitions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 — Zeus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6F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IS INTERESTING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Zeus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54864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73152" cy="11430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as a creative medium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party games drift through words or drawings. Zeus drifts through code — a language with grammar, semantics, and a runtime that can tell you when it's wrong.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73152" cy="11430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judge with taste, not just truthiness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reads each step of the chain and scores semantic fidelity — "does this still do what the original did?" — rather than just diffing strings.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73152" cy="11430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aesthetic that earns attention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Faithful Windows 7 Aero. Glass windows, draggable panes, a real Superbar. Players spend 30 seconds figuring out it isn't a screenshot — and that's the hook.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 — Zeus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TELEPHONE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Thanks.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097280" cy="7315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by the Zeus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DevSoc UNSW trainee project — 2 leads, 3 trainees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next:  </a:t>
            </a:r>
            <a:pPr indent="0" marL="0">
              <a:buNone/>
            </a:pPr>
            <a:r>
              <a:rPr lang="en-US" sz="1600" dirty="0">
                <a:solidFill>
                  <a:srgbClr val="DCE9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the static UI to the backend, ship the reveal screen, run the first end-to-end game.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C9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Telephone (Zeus)</dc:title>
  <dc:subject>PptxGenJS Presentation</dc:subject>
  <dc:creator>DevSoc Zeus team</dc:creator>
  <cp:lastModifiedBy>DevSoc Zeus team</cp:lastModifiedBy>
  <cp:revision>1</cp:revision>
  <dcterms:created xsi:type="dcterms:W3CDTF">2026-05-19T04:12:21Z</dcterms:created>
  <dcterms:modified xsi:type="dcterms:W3CDTF">2026-05-19T04:12:21Z</dcterms:modified>
</cp:coreProperties>
</file>